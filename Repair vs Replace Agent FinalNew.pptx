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560320" cy="256032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2743200" cy="329184"/>
          </a:xfrm>
          <a:prstGeom prst="roundRect">
            <a:avLst>
              <a:gd name="adj" fmla="val 41667"/>
            </a:avLst>
          </a:prstGeom>
          <a:solidFill>
            <a:srgbClr val="A78BF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AGENT WALKTHROUGH  —  FINAL VERSION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vs Replacement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— Human-in-the-Loop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includes human confirmation: AI recommends, adjuster confirms or overrides.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MCP tools, four database writes, full audit trail.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165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Claim: CLM-2026-1101  |  Item: Flooring  |  AI Recommends: Replace  |  Adjuster Overrides: Repair  |  Both recorded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Three MCP tools, two AI calls, four DB writes — with a human decision in the middle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3B82F6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241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Claims Adjuster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8912" y="131673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sends question via 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581912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19072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14B8A6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17556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 /chat  (port 8912)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04825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HTTP → server.py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2313432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50592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7C3AED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4871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LangGraph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277977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server.py — manages conversation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3044952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182112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EF4444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3218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Azure OpenAI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351129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Tool call #1: compare_repair_vs_replace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3776472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13632"/>
            <a:ext cx="3383280" cy="594360"/>
          </a:xfrm>
          <a:prstGeom prst="roundRect">
            <a:avLst>
              <a:gd name="adj" fmla="val 15385"/>
            </a:avLst>
          </a:prstGeom>
          <a:solidFill>
            <a:srgbClr val="F59E0B">
              <a:alpha val="8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39502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MCP Server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424281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repair_vs_replacement_router.py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05072" y="987552"/>
            <a:ext cx="4800600" cy="1810512"/>
          </a:xfrm>
          <a:prstGeom prst="roundRect">
            <a:avLst>
              <a:gd name="adj" fmla="val 5051"/>
            </a:avLst>
          </a:prstGeom>
          <a:solidFill>
            <a:srgbClr val="1E0A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05072" y="987552"/>
            <a:ext cx="4800600" cy="32004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98755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0A3C"/>
                </a:solidFill>
              </a:rPr>
              <a:t>PHASE 1 — compare_repair_vs_replace()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0" y="13716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Read claim + damage item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114800" y="15727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Check cost caches (repair/replacement)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114800" y="177393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AI estimates costs if missing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114800" y="19751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Calculate repair &amp; replacement totals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114800" y="21762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Apply business rule → Replace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114800" y="2377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Calculate confidence score (0.57)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114800" y="25786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Write repair_costs, replacement_costs, estimates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005072" y="2907792"/>
            <a:ext cx="4800600" cy="1115568"/>
          </a:xfrm>
          <a:prstGeom prst="roundRect">
            <a:avLst>
              <a:gd name="adj" fmla="val 8197"/>
            </a:avLst>
          </a:prstGeom>
          <a:solidFill>
            <a:srgbClr val="1E0A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05072" y="2907792"/>
            <a:ext cx="480060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29077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0A3C"/>
                </a:solidFill>
              </a:rPr>
              <a:t>PHASE 2 — write_repair_vs_replacement_decision()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0" y="3291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INSERT into repair_vs_replacement_decisions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114800" y="34930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recommended_action = Replace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114800" y="369417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status = Pending  |  decision = NULL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114800" y="38953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AI sends recommendation to adjuster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005072" y="4133088"/>
            <a:ext cx="4800600" cy="896112"/>
          </a:xfrm>
          <a:prstGeom prst="roundRect">
            <a:avLst>
              <a:gd name="adj" fmla="val 10204"/>
            </a:avLst>
          </a:prstGeom>
          <a:solidFill>
            <a:srgbClr val="1E0A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05072" y="4133088"/>
            <a:ext cx="480060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0" y="413308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0A3C"/>
                </a:solidFill>
              </a:rPr>
              <a:t>PHASE 3 — update_repair_vs_replacement_decision()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0" y="451713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Adjuster replies: Repair  (override!)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114800" y="4718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UPDATE decision = 'Repair'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11480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Timestamp updated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114800" y="5120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5F3FF"/>
                </a:solidFill>
              </a:rPr>
              <a:t>→  Final confirmation returned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400800" y="2798064"/>
            <a:ext cx="0" cy="10972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4023360"/>
            <a:ext cx="0" cy="10972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05072" y="2807208"/>
            <a:ext cx="4800600" cy="914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005072" y="2706624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👤 ADJUSTER CONFIRMS OR OVERRIDES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Two tables have data. Four tables are empty — this agent fills all four.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554480"/>
          </a:xfrm>
          <a:prstGeom prst="roundRect">
            <a:avLst>
              <a:gd name="adj" fmla="val 7059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320040"/>
          </a:xfrm>
          <a:prstGeom prst="roundRect">
            <a:avLst>
              <a:gd name="adj" fmla="val 34286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claims  ✓  (from FNOL / Claims Intake)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50669" y="138988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37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claim_number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50669" y="166420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CLM-2026-1101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193852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policyholder_name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50669" y="193852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Rahul Sharma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21284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50669" y="221284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Open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4160520" cy="320040"/>
          </a:xfrm>
          <a:prstGeom prst="roundRect">
            <a:avLst>
              <a:gd name="adj" fmla="val 34286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damage_items  ✓  (from Damage Assessment Agent)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138988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damage_id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4069" y="138988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DMG-CLM-2026-1101-6674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66420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4069" y="166420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Flooring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3168" y="193852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4069" y="193852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21284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estimated_cost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4069" y="221284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$2,800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73168" y="2487168"/>
            <a:ext cx="17474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adjuster_notes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4069" y="2487168"/>
            <a:ext cx="21634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Hardwood floor damaged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316382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repair_costs   ✗ EMPTY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45643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Written — Phase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3090672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0320" y="316382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replacement_costs   ✗ EMPTY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45643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Written — Phase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090672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316382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estimates   ✗ EMPTY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345643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Written — Phase 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3090672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0" y="3163824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repair_vs_replacement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_decisions   ✗ EMPTY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45643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Written + Updated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Phases 2 &amp;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20624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1E0A3C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206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</a:rPr>
              <a:t>Adjuster asks: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"Should the laminate flooring in claim CLM-2026-1101 be repaired or replaced? The flooring is 4 years old and has 12 years of useful life remaining."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— compare_repair_vs_replace()  →  Steps 1–9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Reads, AI Cost Estimation &amp; Business Rule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GPT extracts parameters and calls the tool. Python handles all reads and the AI cost estimation.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521208"/>
          </a:xfrm>
          <a:prstGeom prst="roundRect">
            <a:avLst>
              <a:gd name="adj" fmla="val 1754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2984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GPT calls the tool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52704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compare_repair_vs_replace(claim_number="CLM-2026-1101", item_age=4, useful_life_remaining=12)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80760" y="1335024"/>
            <a:ext cx="2624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0A3C"/>
                </a:solidFill>
              </a:rPr>
              <a:t>→  GPT extracts 3 params from message — performs ZERO business calculations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8503920" cy="521208"/>
          </a:xfrm>
          <a:prstGeom prst="roundRect">
            <a:avLst>
              <a:gd name="adj" fmla="val 1754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11096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18836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Get claim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1122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 FROM claims WHERE claim_number='CLM-2026-1101'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920240"/>
            <a:ext cx="2624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0A3C"/>
                </a:solidFill>
              </a:rPr>
              <a:t>→  claim_id = 37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450592"/>
            <a:ext cx="8503920" cy="521208"/>
          </a:xfrm>
          <a:prstGeom prst="roundRect">
            <a:avLst>
              <a:gd name="adj" fmla="val 1754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96312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24688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Get damage item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269748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damage_items WHERE claim_number='CLM-2026-1101' LIMIT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80760" y="2505456"/>
            <a:ext cx="2624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0A3C"/>
                </a:solidFill>
              </a:rPr>
              <a:t>→  category=Flooring | severity=High | estimated_cost=$2,800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35808"/>
            <a:ext cx="8503920" cy="521208"/>
          </a:xfrm>
          <a:prstGeom prst="roundRect">
            <a:avLst>
              <a:gd name="adj" fmla="val 1754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8152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" y="30540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Check repair_costs cache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328269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repair_costs WHERE claim_id=37 AND item_type='Flooring' ORDER BY id DESC LIMIT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80760" y="3090672"/>
            <a:ext cx="2624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0A3C"/>
                </a:solidFill>
              </a:rPr>
              <a:t>→  EMPTY → AI estimation path will run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621024"/>
            <a:ext cx="8503920" cy="521208"/>
          </a:xfrm>
          <a:prstGeom prst="roundRect">
            <a:avLst>
              <a:gd name="adj" fmla="val 1754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66744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7552" y="36393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Check replacement_costs cache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" y="386791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replacement_costs WHERE claim_id=37 AND item_type='Flooring' ORDER BY id DESC LIMIT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80760" y="3675888"/>
            <a:ext cx="2624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0A3C"/>
                </a:solidFill>
              </a:rPr>
              <a:t>→  EMPTY → confirmed, both tables empty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206240"/>
            <a:ext cx="8503920" cy="521208"/>
          </a:xfrm>
          <a:prstGeom prst="roundRect">
            <a:avLst>
              <a:gd name="adj" fmla="val 17544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251960"/>
            <a:ext cx="402336" cy="40233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" y="422452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AI estimates costs (_llm_estimate_costs)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7552" y="445312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Sends: Flooring | age=4 | severity=High | cost=$2,800 → Azure OpenAI returns JSON cost components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80760" y="4261104"/>
            <a:ext cx="2624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0A3C"/>
                </a:solidFill>
              </a:rPr>
              <a:t>→  material=$1,400 | labor=20×$75 | urgency=1.1 | install=20hrs | delivery=$85 | disposal=$100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continued — Steps 10–16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Calculations, Business Rule &amp; Three Writes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Repair Calculation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1400 + (20×75) + 100  =  3000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  ×  1.1 (urgency)  =  $3,300  ← stored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114800" cy="1261872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Replace Calculation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1400 + (20×75) + 85 + 100  =  $3,085  ← stored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1E0A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3774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Rule:  repair &gt; 60% of replace?   $3,300 &gt; 0.6×$3,085 = $1,851?  →  TRUE  →  Replace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0540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|3300−3085| ÷ 3085 = 0.0697  →  0.5 + 0.0697 = 0.57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01568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10B981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3474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 →  repair_costs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37673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claim_id: 37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40416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total: $3,300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3401568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3B82F6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82696" y="3474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 →  replacement_costs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82696" y="37673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claim_id: 37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82696" y="40416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total: $3,085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3401568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35624" y="3474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  →  estimates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35624" y="37673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recommendation: Replace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35624" y="40416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confidence: 0.57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553712"/>
            <a:ext cx="8503920" cy="402336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5537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Phase 1 ends here. The structured result is returned to LangGraph. No business calculations happen after this point.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— write_repair_vs_replacement_decision()  →  Steps 17–19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AI Recommendation &amp; Ask Adjuster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GPT calls a second tool to persist the recommendation before presenting it to the adjuster.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447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A3C"/>
                </a:solidFill>
              </a:rPr>
              <a:t>GPT calls write_repair_vs_replacement_decision()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166420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write_repair_vs_replacement_decision(claim_number="CLM-2026-1101", recommended_action="Replace", ai_generated_message="...")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This is GPT's second tool call — triggered automatically after receiving the Phase 1 result.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8503920" cy="1417320"/>
          </a:xfrm>
          <a:prstGeom prst="roundRect">
            <a:avLst>
              <a:gd name="adj" fmla="val 7742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3042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A3C"/>
                </a:solidFill>
              </a:rPr>
              <a:t>INSERT into repair_vs_replacement_decisions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26517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CLM-2026-1101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26517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Rahul Sharma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" y="2926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recommended_action: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29260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Replace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2926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9260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Pending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" y="32004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0" y="320040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NULL  ← not yet set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32004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320040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</a:rPr>
              <a:t>Current IST 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749040"/>
            <a:ext cx="8503920" cy="1261872"/>
          </a:xfrm>
          <a:prstGeom prst="roundRect">
            <a:avLst>
              <a:gd name="adj" fmla="val 8696"/>
            </a:avLst>
          </a:prstGeom>
          <a:solidFill>
            <a:srgbClr val="1E0A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895344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38221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LangGraph sends recommendation &amp; asks adjuster to confirm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4133088"/>
            <a:ext cx="8092440" cy="768096"/>
          </a:xfrm>
          <a:prstGeom prst="roundRect">
            <a:avLst>
              <a:gd name="adj" fmla="val 9524"/>
            </a:avLst>
          </a:prstGeom>
          <a:solidFill>
            <a:srgbClr val="2D1654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187952"/>
            <a:ext cx="7818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Repair $3,300  |  Replace $3,085  |  Recommend: Replace  |  Confidence: 0.57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Please confirm: "For claim CLM-2026-1101, Repair." or "For claim CLM-2026-1101, Replace."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850392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PHASE 3 — update_repair_vs_replacement_decision()  →  Steps 20–22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Adjuster Overrides — Decision Recorded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adjuster overrides the AI recommendation. Both the AI recommendation and human decision are preserved in the database.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447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0A3C"/>
                </a:solidFill>
              </a:rPr>
              <a:t>Adjuster replies — overriding the AI recommendation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16459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2D165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6459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"For claim CLM-2026-1101, Repair."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4768" y="171907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 recognises: confirmation message → calls update tool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0A3C"/>
                </a:solidFill>
              </a:rPr>
              <a:t>21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3042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0A3C"/>
                </a:solidFill>
              </a:rPr>
              <a:t>UPDATE repair_vs_replacement_decisions  SET decision='Repair', timestamp=&lt;now&gt;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2633472"/>
            <a:ext cx="3429000" cy="896112"/>
          </a:xfrm>
          <a:prstGeom prst="roundRect">
            <a:avLst>
              <a:gd name="adj" fmla="val 10204"/>
            </a:avLst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68833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BEFORE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9443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recommended_action: Replace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316382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NULL  (not yet recorded)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98848" y="29077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892040" y="2633472"/>
            <a:ext cx="3794760" cy="896112"/>
          </a:xfrm>
          <a:prstGeom prst="roundRect">
            <a:avLst>
              <a:gd name="adj" fmla="val 10204"/>
            </a:avLst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26883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AFTER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0912" y="2944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recommended_action: Replace  (AI — unchanged)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10912" y="31638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Repair  (human override — recorded!)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40480"/>
            <a:ext cx="8503920" cy="1051560"/>
          </a:xfrm>
          <a:prstGeom prst="roundRect">
            <a:avLst>
              <a:gd name="adj" fmla="val 10435"/>
            </a:avLst>
          </a:prstGeom>
          <a:solidFill>
            <a:srgbClr val="1E0A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9136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confirmation returned to adjuster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224528"/>
            <a:ext cx="8092440" cy="548640"/>
          </a:xfrm>
          <a:prstGeom prst="roundRect">
            <a:avLst>
              <a:gd name="adj" fmla="val 13333"/>
            </a:avLst>
          </a:prstGeom>
          <a:solidFill>
            <a:srgbClr val="2D1654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224528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The adjuster's decision has been recorded.  Claim: CLM-2026-1101  |  Final Decision: Repair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Database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Two tables unchanged. Four tables have new rows. The key table holds both AI recommendation and human decision.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20040"/>
          </a:xfrm>
          <a:prstGeom prst="roundRect">
            <a:avLst>
              <a:gd name="adj" fmla="val 34286"/>
            </a:avLst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UNCHANGED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claim_id = 37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CLM-2026-1101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320040"/>
          </a:xfrm>
          <a:prstGeom prst="roundRect">
            <a:avLst>
              <a:gd name="adj" fmla="val 34286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damage_items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UNCHANGED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damage_id = DMG-…6674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Flooring / High / $2,800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43200" cy="320040"/>
          </a:xfrm>
          <a:prstGeom prst="roundRect">
            <a:avLst>
              <a:gd name="adj" fmla="val 34286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00584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A3C"/>
                </a:solidFill>
              </a:rPr>
              <a:t>repair_costs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38988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NEW ROW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664208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claim_id=37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total_repair=$3,300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87168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87168"/>
            <a:ext cx="2743200" cy="320040"/>
          </a:xfrm>
          <a:prstGeom prst="roundRect">
            <a:avLst>
              <a:gd name="adj" fmla="val 34286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487168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A3C"/>
                </a:solidFill>
              </a:rPr>
              <a:t>replacement_costs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87121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NEW ROW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145536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claim_id=37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total_replacement=$3,085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487168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487168"/>
            <a:ext cx="2743200" cy="320040"/>
          </a:xfrm>
          <a:prstGeom prst="roundRect">
            <a:avLst>
              <a:gd name="adj" fmla="val 34286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487168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A3C"/>
                </a:solidFill>
              </a:rPr>
              <a:t>estimates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287121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NEW ROW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145536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recommendation=Replace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confidence=0.57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487168"/>
            <a:ext cx="2743200" cy="1353312"/>
          </a:xfrm>
          <a:prstGeom prst="roundRect">
            <a:avLst>
              <a:gd name="adj" fmla="val 8108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487168"/>
            <a:ext cx="2743200" cy="320040"/>
          </a:xfrm>
          <a:prstGeom prst="roundRect">
            <a:avLst>
              <a:gd name="adj" fmla="val 3428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487168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0A3C"/>
                </a:solidFill>
              </a:rPr>
              <a:t>repair_vs_replacement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0A3C"/>
                </a:solidFill>
              </a:rPr>
              <a:t>_decisions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87121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NEW ROW  (KEY TABLE)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145536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recommended=Replace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40AF"/>
                </a:solidFill>
              </a:rPr>
              <a:t>decision=Repair (override!)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1E0A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398678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Critical audit principle: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repair_vs_replacement_decisions table retains BOTH the AI recommendation (Replace) and the human override (Repair) in separate columns. Neither overwrites the other. Downstream agents read the </a:t>
            </a:r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decision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column (human-confirmed), not the recommended_action column.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0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MCP Tools — Responsibilities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Each tool has a single, well-defined responsibility — none of them overlap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600200"/>
          </a:xfrm>
          <a:prstGeom prst="roundRect">
            <a:avLst>
              <a:gd name="adj" fmla="val 6857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32918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0584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compare_repair_vs_replace()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275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Python handler — pure business logic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Reads claim ID and damage item from DB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Checks cost caches (repair_costs &amp; replacement_costs)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If missing → calls Azure OpenAI for cost components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Calculates repair total = (material + labor + diagnostic) × urgency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Calculates replacement total = material + labor + delivery + disposal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Applies 2-condition business rule (cost threshold OR age threshold)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Calculates confidence score from cost gap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Writes repair_costs, replacement_costs, estimates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Returns structured JSON to LangGraph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8503920" cy="896112"/>
          </a:xfrm>
          <a:prstGeom prst="roundRect">
            <a:avLst>
              <a:gd name="adj" fmla="val 12245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8503920" cy="329184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74320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write_repair_vs_replacement_decision()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8275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GPT calls this after receiving Phase 1 result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INSERTs a new row into repair_vs_replacement_decisions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Sets recommended_action, status=Pending, decision=NULL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803904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Stores the AI-generated explanation message and communication metadata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8503920" cy="822960"/>
          </a:xfrm>
          <a:prstGeom prst="roundRect">
            <a:avLst>
              <a:gd name="adj" fmla="val 13333"/>
            </a:avLst>
          </a:prstGeom>
          <a:solidFill>
            <a:srgbClr val="FA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767328"/>
            <a:ext cx="8503920" cy="32918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376732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update_repair_vs_replacement_decision()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8275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GPT calls this after adjuster replies with their decision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UPDATEs the existing row — sets decision='Repair' (or 'Replace') and refreshes the timestamp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08576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0A3C"/>
                </a:solidFill>
              </a:rPr>
              <a:t>✓  Does NOT overwrite recommended_action — both AI and human values are preserved in the same row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700016"/>
            <a:ext cx="8503920" cy="292608"/>
          </a:xfrm>
          <a:prstGeom prst="roundRect">
            <a:avLst>
              <a:gd name="adj" fmla="val 25000"/>
            </a:avLst>
          </a:prstGeom>
          <a:solidFill>
            <a:srgbClr val="1E0A3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7000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GPT's total responsibility: extract 3 parameters + pick tools in the right order. Every business decision is in Python.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4114800" cy="41148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🔧  3 tools, 3 phases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5F3FF"/>
                </a:solidFill>
              </a:rPr>
              <a:t>compare_repair_vs_replace() handles all computation. write_repair_vs_replacement_decision() persists the AI recommendation. update_repair_vs_replacement_decision() records the human decision.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809744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74336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👤  Human-in-the-loop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4336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5F3FF"/>
                </a:solidFill>
              </a:rPr>
              <a:t>The AI recommends Replace. The adjuster reviews and can override — choosing Repair. The system accepts either answer without recalculating anything.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47472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🗄️  Both AI and human stored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5F3FF"/>
                </a:solidFill>
              </a:rPr>
              <a:t>recommended_action (Replace) and decision (Repair) live in the same row. Neither overwrites the other. The full audit trail is preserved.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09744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♻️  Cost caching prevents rework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5F3FF"/>
                </a:solidFill>
              </a:rPr>
              <a:t>If repair_costs and replacement_costs already have rows, the entire AI cost estimation step is skipped. Phase 1 reuses stored values automatically.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7472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📐  Two-condition business rule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5F3FF"/>
                </a:solidFill>
              </a:rPr>
              <a:t>Rule 1: repair &gt; 60% of replacement cost → Replace. Rule 2: item_age ≥ useful_life_remaining → Replace. First true condition wins; evaluation stops.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809744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🔗  Downstream agents use decision column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5F3FF"/>
                </a:solidFill>
              </a:rPr>
              <a:t>Reserve, Settlement, and Payment agents read from repair_vs_replacement_decisions.decision (the human-confirmed value) — not recommended_action — ensuring governance.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 vs Replacement Agent — Final Version</dc:title>
  <dc:subject>PptxGenJS Presentation</dc:subject>
  <dc:creator>PptxGenJS</dc:creator>
  <cp:lastModifiedBy>PptxGenJS</cp:lastModifiedBy>
  <cp:revision>1</cp:revision>
  <dcterms:created xsi:type="dcterms:W3CDTF">2026-07-09T03:32:10Z</dcterms:created>
  <dcterms:modified xsi:type="dcterms:W3CDTF">2026-07-09T03:32:10Z</dcterms:modified>
</cp:coreProperties>
</file>