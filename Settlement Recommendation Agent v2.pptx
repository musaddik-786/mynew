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474720"/>
            <a:ext cx="2286000" cy="2286000"/>
          </a:xfrm>
          <a:prstGeom prst="ellipse">
            <a:avLst/>
          </a:prstGeom>
          <a:solidFill>
            <a:srgbClr val="0077B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2377440" cy="329184"/>
          </a:xfrm>
          <a:prstGeom prst="roundRect">
            <a:avLst>
              <a:gd name="adj" fmla="val 41667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AGENT WALKTHROUGH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Recommendation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— Version 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reads from four tables, caps the settlement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remaining policy limit, and asks AI only for the explanation.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Claim: CLM-2026-4511  |  Policy: 1275962056  |  Loss: Water Damage (High Severity)  |  LangGraph Agent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This agent is a consumer — it reads from 4 tables created by prior agents, calculates one number, then writes one record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EA5E9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claims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5910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policy_number,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loss_type, severity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2176272"/>
            <a:ext cx="0" cy="32004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1448" y="1170432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loss_estimation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_outputs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41448" y="15910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net_payable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= $26,300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2176272"/>
            <a:ext cx="0" cy="32004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1170432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2856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repair_vs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_replacement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62856" y="15910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= Repair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22976" y="2176272"/>
            <a:ext cx="0" cy="32004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84264" y="1170432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59669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84264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policy_details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84264" y="15910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remaining_coverage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_limit = $12,376.91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44384" y="2176272"/>
            <a:ext cx="0" cy="32004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96312"/>
            <a:ext cx="8503920" cy="18288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2496312"/>
            <a:ext cx="0" cy="292608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78892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0" y="278892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settlement_amount = min(net_payable, remaining_limit)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= min($26,300, $12,376.91) = $12,376.91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0" cy="27432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41148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7C3AED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3464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OpenAI — explains the decision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4617720"/>
            <a:ext cx="0" cy="22860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4846320"/>
            <a:ext cx="3108960" cy="18288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ai_decision_recommendations (INSERT)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Four tables already populated by previous agents — this agent only reads them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408176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claim_number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33879" y="1408176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691640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policy_number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33879" y="1691640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1275962056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1975104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loss_type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33879" y="1975104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Water Damage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258568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33879" y="2258568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2542032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estimated_cost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33879" y="2542032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NULL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24128"/>
            <a:ext cx="4160520" cy="1636776"/>
          </a:xfrm>
          <a:prstGeom prst="roundRect">
            <a:avLst>
              <a:gd name="adj" fmla="val 6704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24128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2412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loss_estimation_outputs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1408176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77279" y="1408176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3168" y="1691640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ai_estimated_loss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77279" y="1691640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$27,300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1975104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77279" y="1975104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$1,000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73168" y="2258568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net_payable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77279" y="2258568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$26,300 ← KEY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71800"/>
            <a:ext cx="4160520" cy="1069848"/>
          </a:xfrm>
          <a:prstGeom prst="roundRect">
            <a:avLst>
              <a:gd name="adj" fmla="val 10256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971800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9718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repair_vs_replacement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" y="3355848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33879" y="3355848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" y="3639312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33879" y="3639312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Repair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9718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971800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29718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policy_details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3355848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policy_number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77279" y="3355848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1275962056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3639312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premium_amount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77279" y="3639312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$1,768.13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3922776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deductible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77279" y="3922776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$88.41 (policy)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73168" y="4206240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coverage_limit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77279" y="4206240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$12,376.91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73168" y="4489704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remaining_coverage_limit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77279" y="4489704"/>
            <a:ext cx="2080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$12,376.91 ← KEY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0D2137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Adjuster asks: "Generate a settlement recommendation for claim CLM-2026-4511" → Agent starts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1–4: Reading Everything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All four reads happen before any calculation. No data is written in these steps.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850392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1338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Read the Claim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8992" y="14447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claims WHERE claim_number='CLM-2026-4511'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→  policy_number = 1275962056 — the key for all other reads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850392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03704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08483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Read Loss Estimation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239572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loss_estimation_outputs WHERE claim_id='CLM-2026-4511' ORDER BY id DESC LIMIT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78992" y="261518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→  net_payable = $26,300  (already calculated by Loss Estimation Agent)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8503920" cy="850392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5468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0358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Read Repair vs Replacement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78992" y="334670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repair_vs_replacement WHERE claim_id='CLM-2026-4511'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" y="35661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→  decision = Repair  (used as context for AI — does not change the amount)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8503920" cy="850392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05656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05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398678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Read Policy Details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78992" y="42976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policy_details WHERE policy_number='1275962056'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4517136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→  remaining_coverage_limit = $12,376.91  — mandatory; error raised if NULL or missing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5–6: The Only Calculation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The agent performs exactly one piece of math — and it is done in code, not by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2011680"/>
          </a:xfrm>
          <a:prstGeom prst="roundRect">
            <a:avLst>
              <a:gd name="adj" fmla="val 6364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1887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Determine Policy Limit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Code reads: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remaining_limit = policy.remaining_coverage_limit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1284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policy_limit = $12,376.91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251960" cy="201168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75488" cy="475488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11887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Calculate Settlement Amount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16276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settlement_amount = min(net_payable, policy_limit)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19202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= min($26,300, $12,376.91)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212848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21284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4D8"/>
                </a:solidFill>
              </a:rPr>
              <a:t>settlement_amount = $12,376.91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8503920" cy="1115568"/>
          </a:xfrm>
          <a:prstGeom prst="roundRect">
            <a:avLst>
              <a:gd name="adj" fmla="val 1147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Why was it capped?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301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Loss Estimation Agent calculated a net payable of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$26,300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. However, the remaining policy coverage is only 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$12,376.91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. The policy limit takes precedence — the insurer can never pay more than the remaining coverage.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434840"/>
            <a:ext cx="850392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434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Version 2 fix: </a:t>
            </a:r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</a:rPr>
              <a:t>In v1, the code read a non-existent 'limit' column and silently fell back to 999999 — meaning the cap never activated and the full $26,300 was incorrectly recommended. V2 now requires remaining_coverage_limit and raises an error if it is missing.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7–8: What the AI Actually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The settlement amount is already decided. Azure OpenAI only explains why.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31920" cy="365760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Prompt sent to Azure OpenAI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Loss Type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3172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Water Damage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Severity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1856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High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03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Net Payable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22037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$26,300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Deductible Applied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25511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$1,000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98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Policy Limit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2898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$12,376.91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Repair vs Replace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Repair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Calculated Settlement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5935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$12,376.91 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941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Fraud Risk Snapshot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39410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score / flags / vendor risk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288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Adjuster Findings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42885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Coverage Confirmed, Cause of Loss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1024128"/>
            <a:ext cx="4343400" cy="365760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1097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What AI returns vs what Code calculates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508760"/>
            <a:ext cx="4069080" cy="1170432"/>
          </a:xfrm>
          <a:prstGeom prst="roundRect">
            <a:avLst>
              <a:gd name="adj" fmla="val 7813"/>
            </a:avLst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5727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CODE calculates (not AI)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18653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✓  settlement_amount = $12,376.91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217627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This is determined BEFORE the AI is called.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788920"/>
            <a:ext cx="4069080" cy="1664208"/>
          </a:xfrm>
          <a:prstGeom prst="roundRect">
            <a:avLst>
              <a:gd name="adj" fmla="val 5495"/>
            </a:avLst>
          </a:prstGeom>
          <a:solidFill>
            <a:srgbClr val="EDE9FE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8529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AI generates (explanatory only)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1638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→  recommended_action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4655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→  stp_score (e.g. 95)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767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→  confidence (e.g. 0.97)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4069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→  notes / reasoning text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9–10: Saving &amp; Responding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One INSERT into ai_decision_recommendations — the only write in the entire workflow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82880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07008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INSERT into ai_decision_recommendations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642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A4AE"/>
                </a:solidFill>
              </a:rPr>
              <a:t>recommendation_id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REC-CLM-2026-4511-4821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6459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6642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A4AE"/>
                </a:solidFill>
              </a:rPr>
              <a:t>claim_id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CLM-2026-4511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459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6642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A4AE"/>
                </a:solidFill>
              </a:rPr>
              <a:t>stp_score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95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6459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6642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A4AE"/>
                </a:solidFill>
              </a:rPr>
              <a:t>confidence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0.97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</a:rPr>
              <a:t>recommended_action: "Approve payment for calculated settlement up to the policy limit."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8503920" cy="2029968"/>
          </a:xfrm>
          <a:prstGeom prst="roundRect">
            <a:avLst>
              <a:gd name="adj" fmla="val 6306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3090672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0723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Adjuster Receives the Recommendation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51560" y="3520440"/>
            <a:ext cx="7589520" cy="1298448"/>
          </a:xfrm>
          <a:prstGeom prst="roundRect">
            <a:avLst>
              <a:gd name="adj" fmla="val 9859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593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Recommended Settlement Amount:  $12,376.91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STP Eligibility Score: 95  |  Confidence: 97%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88720" y="4178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Recommended Action: Approve payment for calculated settlement up to the policy limit.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88720" y="44714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Deductible Applied: $1,000.00  |  Policy Limit: $12,376.91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 vs Version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The single most important improvement made in this release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384048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Version 1  —  BROKEN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Tried to read column named 'limit'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Column does not exist in policy_details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Silently fell back to value: 999,999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min(26,300, 999,999) = 26,300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Settlement cap NEVER activated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Recommended full $26,300 — WRONG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187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No error raised, no warning shown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51560"/>
            <a:ext cx="4114800" cy="384048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Version 2  —  FIXED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5544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Reads remaining_coverage_limit explicitly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Column exists and has value $12,376.91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4323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No fallback — raises error if missing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28712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min(26,300, 12,376.91) = 12,376.91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3101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Settlement correctly capped at policy limit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7490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Recommends $12,376.91 — CORRECT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41879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</a:rPr>
              <a:t>Error raised if policy record not found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Business Impact:  V1 would have overpaid by $13,923.09 on this single claim alone.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Deductibles — Which One Matters?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There are two deductible values in the system — they serve different purposes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114800" cy="2926080"/>
          </a:xfrm>
          <a:prstGeom prst="roundRect">
            <a:avLst>
              <a:gd name="adj" fmla="val 437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policy_details.deductible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</a:rPr>
              <a:t>$88.41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The deductible as written in the insurance policy. This is the base policy term.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This value was used to calculate the coverage_limit fallback in the Policy Coverage Verification Agent (premium × 5%).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It is NOT used by the Settlement Recommendation Agent.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24128"/>
            <a:ext cx="4160520" cy="2926080"/>
          </a:xfrm>
          <a:prstGeom prst="roundRect">
            <a:avLst>
              <a:gd name="adj" fmla="val 437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9728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loss_estimation_outputs.deductible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$1,000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00600" y="2148840"/>
            <a:ext cx="3886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The deductible actually applied by the Loss Estimation Agent when computing net_payable: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$27,300 (estimated loss) − $1,000 = $26,300 (net payable)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This is the figure shown in the final settlement summary. The Settlement Recommendation Agent displays this value.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4069080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069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In short: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The $88.41 deductible lives in policy_details and describes the policy terms. The $1,000 deductible lives in loss_estimation_outputs and was already subtracted from the loss figure before this agent ran. The Settlement Recommendation Agent reads the $1,000 figure only to display it — no recalculation occurs.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📥  Read-heavy, write-light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AF0F8"/>
                </a:solidFill>
              </a:rPr>
              <a:t>4 reads from tables built by prior agents. Only 1 INSERT at the very end. No data written until the recommendation is ready.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809744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74336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🔑  Policy number is the 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4336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AF0F8"/>
                </a:solidFill>
              </a:rPr>
              <a:t>Extracted from claims in Step 1, it is used to fetch loss data and policy details. Everything chains from that one field.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47472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📐  One formula, done in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AF0F8"/>
                </a:solidFill>
              </a:rPr>
              <a:t>min(net_payable, remaining_coverage_limit). The AI never touches the math. It only explains the outcome.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09744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🤖  AI explains, code decides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AF0F8"/>
                </a:solidFill>
              </a:rPr>
              <a:t>Azure OpenAI provides recommended_action, stp_score, confidence, and notes. The dollar amount was already fixed before the AI was called.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7472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🛡️  Hard errors, no silent fallbacks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AF0F8"/>
                </a:solidFill>
              </a:rPr>
              <a:t>If policy_details is missing or remaining_coverage_limit is NULL, the agent stops and raises an error. No dangerous defaults.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809744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✅  V2 prevents overpayment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AF0F8"/>
                </a:solidFill>
              </a:rPr>
              <a:t>V1 fell back to 999,999 and never capped the settlement. V2 enforces the policy limit — saving $13,923 on this claim alone.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Settlement Recommendation Agent v2</dc:title>
  <dc:subject>PptxGenJS Presentation</dc:subject>
  <dc:creator>PptxGenJS</dc:creator>
  <cp:lastModifiedBy>PptxGenJS</cp:lastModifiedBy>
  <cp:revision>1</cp:revision>
  <dcterms:created xsi:type="dcterms:W3CDTF">2026-07-03T05:20:58Z</dcterms:created>
  <dcterms:modified xsi:type="dcterms:W3CDTF">2026-07-03T05:20:58Z</dcterms:modified>
</cp:coreProperties>
</file>