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560320" cy="2560320"/>
          </a:xfrm>
          <a:prstGeom prst="ellipse">
            <a:avLst/>
          </a:prstGeom>
          <a:solidFill>
            <a:srgbClr val="FB923C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2468880" cy="329184"/>
          </a:xfrm>
          <a:prstGeom prst="roundRect">
            <a:avLst>
              <a:gd name="adj" fmla="val 41667"/>
            </a:avLst>
          </a:prstGeom>
          <a:solidFill>
            <a:srgbClr val="F9731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AGENT WALKTHROUGH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 Recommendation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— Version 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reads from four tables, applies severity and fraud buffers,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recommended reserve, and updates only the system column.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Claim: CLM-2026-4511  |  Severity: High  |  Loss: $7,500  |  Recommended Reserve: $9,112.50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Four reads → one formula → one UPDATE. The adjuster's manual reserve is never overwritten.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1938528" cy="987552"/>
          </a:xfrm>
          <a:prstGeom prst="roundRect">
            <a:avLst>
              <a:gd name="adj" fmla="val 11111"/>
            </a:avLst>
          </a:prstGeom>
          <a:solidFill>
            <a:srgbClr val="3B82F6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claims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severity = High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estimated_cost = NULL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9304" y="2103120"/>
            <a:ext cx="0" cy="2926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1448" y="1115568"/>
            <a:ext cx="1938528" cy="987552"/>
          </a:xfrm>
          <a:prstGeom prst="roundRect">
            <a:avLst>
              <a:gd name="adj" fmla="val 11111"/>
            </a:avLst>
          </a:prstGeom>
          <a:solidFill>
            <a:srgbClr val="7C3AED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11430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loss_assessments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41448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parts $5,500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labor $2,000 → $7,500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0712" y="2103120"/>
            <a:ext cx="0" cy="2926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1115568"/>
            <a:ext cx="1938528" cy="987552"/>
          </a:xfrm>
          <a:prstGeom prst="roundRect">
            <a:avLst>
              <a:gd name="adj" fmla="val 11111"/>
            </a:avLst>
          </a:prstGeom>
          <a:solidFill>
            <a:srgbClr val="EF4444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62856" y="11430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fraud_risk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_snapshots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62856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fraud_score = 15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→ buffer 1.5%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2103120"/>
            <a:ext cx="0" cy="2926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84264" y="1115568"/>
            <a:ext cx="1938528" cy="987552"/>
          </a:xfrm>
          <a:prstGeom prst="roundRect">
            <a:avLst>
              <a:gd name="adj" fmla="val 11111"/>
            </a:avLst>
          </a:prstGeom>
          <a:solidFill>
            <a:srgbClr val="F59E0B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84264" y="11430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adjuster_findings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84264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manual reserve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= $5,000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53528" y="2103120"/>
            <a:ext cx="0" cy="2926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395728"/>
            <a:ext cx="8485632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2395728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670048"/>
            <a:ext cx="2743200" cy="402336"/>
          </a:xfrm>
          <a:prstGeom prst="roundRect">
            <a:avLst>
              <a:gd name="adj" fmla="val 22727"/>
            </a:avLst>
          </a:prstGeom>
          <a:solidFill>
            <a:srgbClr val="F97316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26700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+ Severity Buffer  (High → 20%)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3072384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3328416"/>
            <a:ext cx="5120640" cy="685800"/>
          </a:xfrm>
          <a:prstGeom prst="roundRect">
            <a:avLst>
              <a:gd name="adj" fmla="val 16000"/>
            </a:avLst>
          </a:prstGeom>
          <a:solidFill>
            <a:srgbClr val="1C2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11680" y="332841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$7,500 × (1 + 20% + 1.5%)  =  $9,112.50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4014216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4270248"/>
            <a:ext cx="3291840" cy="402336"/>
          </a:xfrm>
          <a:prstGeom prst="roundRect">
            <a:avLst>
              <a:gd name="adj" fmla="val 22727"/>
            </a:avLst>
          </a:prstGeom>
          <a:solidFill>
            <a:srgbClr val="7C3AED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26080" y="4270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Azure OpenAI writes rationale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26280" y="4672584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34640" y="4873752"/>
            <a:ext cx="3474720" cy="18288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48737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UPDATE adjuster_findings.system_recommended_reserve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Four tables already populated by previous agents — this agent reads all four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160520" cy="164592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24128"/>
            <a:ext cx="4160520" cy="329184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2412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claims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426464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claim_number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50669" y="1426464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CLM-2026-4511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719072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50669" y="1719072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High  ← used for buffer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011680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estimated_cost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50669" y="2011680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NULL  ← ignored (loss assessment exists)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304288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50669" y="2304288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Open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024128"/>
            <a:ext cx="4160520" cy="1645920"/>
          </a:xfrm>
          <a:prstGeom prst="roundRect">
            <a:avLst>
              <a:gd name="adj" fmla="val 6667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24128"/>
            <a:ext cx="4160520" cy="329184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02412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loss_assessments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1426464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claim_number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4069" y="1426464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CLM-2026-4511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719072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total_parts_cost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4069" y="1719072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$5,500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73168" y="2011680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total_labor_cost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4069" y="2011680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$2,000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2304288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base_loss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4069" y="2304288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$7,500  ← KEY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4160520" cy="1060704"/>
          </a:xfrm>
          <a:prstGeom prst="roundRect">
            <a:avLst>
              <a:gd name="adj" fmla="val 10345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80360"/>
            <a:ext cx="4160520" cy="329184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" y="28803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fraud_risk_snapshots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" y="3282696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50669" y="3282696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CLM-2026-4511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3575304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fraud_score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50669" y="3575304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15  → buffer = 1.5%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880360"/>
            <a:ext cx="4160520" cy="1353312"/>
          </a:xfrm>
          <a:prstGeom prst="roundRect">
            <a:avLst>
              <a:gd name="adj" fmla="val 8108"/>
            </a:avLst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880360"/>
            <a:ext cx="4160520" cy="329184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28803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adjuster_findings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3168" y="3282696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4069" y="3282696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CLM-2026-4511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3575304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adjusted_reserve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4069" y="3575304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$5,000  ← adjuster's manual entry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3867912"/>
            <a:ext cx="1747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system_recommended_reserve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4069" y="3867912"/>
            <a:ext cx="2163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NULL  ← will be written by this agent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645152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1C2B3A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Adjuster asks: "Set the initial reserve for claim CLM-2026-4511" → Agent starts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1–5: Reading Before Calculating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All four database reads complete before any formula runs. No writes in these steps.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</a:rPr>
              <a:t>Read the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4416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claims WHERE claim_number='CLM-2026-4511'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153619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→  severity = High  |  estimated_cost = NULL  →  loss assessment will be used instead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8745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</a:rPr>
              <a:t>Read the Loss Assessment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16712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loss_assessments WHERE claim_number='CLM-2026-4511' ORDER BY id DESC LIMIT 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51560" y="235915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→  parts $5,500 + labor $2,000 = base_loss $7,500  (estimated_cost fallback ignored)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6974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</a:rPr>
              <a:t>Read Fraud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99008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fraud_risk_snapshots WHERE claim_id='CLM-2026-4511' ORDER BY id DESC LIMIT 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318211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→  fraud_score = 15  →  fraud_buffer = min(15/1000, 0.15) = 1.5%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520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</a:rPr>
              <a:t>Read Adjuster's Manual Reserve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81304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adjuster_findings WHERE claim_id='CLM-2026-4511' ORDER BY id DESC LIMIT 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51560" y="400507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→  adjusted_reserve = $5,000  (adjuster's manual entry — used for comparison only)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29768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4348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4343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</a:rPr>
              <a:t>Apply Severity Buffer (from claim severity)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63600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severity_buffer = SEVERITY_MAP['High']  →  0.20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51560" y="48280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→  High severity → 20% buffer  (Critical=30%, High=20%, Medium=10%, Low=5%)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6–8: The Reserve Formula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All calculation is done in code. The AI never touches the math.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298448"/>
          </a:xfrm>
          <a:prstGeom prst="roundRect">
            <a:avLst>
              <a:gd name="adj" fmla="val 9859"/>
            </a:avLst>
          </a:prstGeom>
          <a:solidFill>
            <a:srgbClr val="7C3AED">
              <a:alpha val="88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Loss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$7,500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parts $5,500 + labor $2,000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71800" y="1444752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172968" y="1051560"/>
            <a:ext cx="2651760" cy="1298448"/>
          </a:xfrm>
          <a:prstGeom prst="roundRect">
            <a:avLst>
              <a:gd name="adj" fmla="val 9859"/>
            </a:avLst>
          </a:prstGeom>
          <a:solidFill>
            <a:srgbClr val="F97316">
              <a:alpha val="88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72968" y="10972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Severity Buffer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417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172968" y="19202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High severity tier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24728" y="1444752"/>
            <a:ext cx="201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+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25896" y="1051560"/>
            <a:ext cx="2651760" cy="1298448"/>
          </a:xfrm>
          <a:prstGeom prst="roundRect">
            <a:avLst>
              <a:gd name="adj" fmla="val 9859"/>
            </a:avLst>
          </a:prstGeom>
          <a:solidFill>
            <a:srgbClr val="EF4444">
              <a:alpha val="88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25896" y="109728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Fraud Buffer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25896" y="1417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1.5%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25896" y="192024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score 15 ÷ 1000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487168"/>
            <a:ext cx="8503920" cy="1170432"/>
          </a:xfrm>
          <a:prstGeom prst="roundRect">
            <a:avLst>
              <a:gd name="adj" fmla="val 10938"/>
            </a:avLst>
          </a:prstGeom>
          <a:solidFill>
            <a:srgbClr val="1C2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5420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recommended_reserve  =  base_loss  ×  ( 1 + severity_buffer + fraud_buffer 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$7,500  ×  ( 1  +  0.20  +  0.015 )  =  $7,500  ×  1.215  =  $9,112.50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840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Adjuster's Manual Reserve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</a:rPr>
              <a:t>$5,000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7200" y="46268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 manually by the adjuster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767328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840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System Recommended Reserve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1330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$9,112.50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846320" y="46268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82.2% higher than manual reserve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8: Comparing with the Adjuster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agent calculates a variance to show how far apart the two estimates are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2606040"/>
          </a:xfrm>
          <a:prstGeom prst="roundRect">
            <a:avLst>
              <a:gd name="adj" fmla="val 4912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</a:rPr>
              <a:t>Variance Calculation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49808" cy="475488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71600" y="15270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Difference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76479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$9,112.50  −  $5,000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0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= $4,112.50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749808" cy="475488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6712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71600" y="21854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Divide by adjuster reserve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4231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$4,112.50  ÷  $5,000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0" y="2258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= 0.8225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825496"/>
            <a:ext cx="749808" cy="475488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25496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71600" y="28437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Convert to percentage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3081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0.8225  ×  100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0" y="29169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= 82.25%  → rounded  82.2%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8503920" cy="1261872"/>
          </a:xfrm>
          <a:prstGeom prst="roundRect">
            <a:avLst>
              <a:gd name="adj" fmla="val 10145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221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</a:rPr>
              <a:t>What this 82.2% variance means to the adjuster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•  The system recommends a reserve $4,112.50 higher than what the adjuster entered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45312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•  This gap is driven by the High severity buffer (20%) and the fraud risk buffer (1.5%) applied on top of the $7,500 base loss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70001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</a:rPr>
              <a:t>•  The adjuster can review this variance and decide whether to revise their manual reserve — the system never forces a change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9–11: AI Explains, Code Writes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Azure OpenAI writes the rationale. Then one UPDATE stores the recommendation.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3246120"/>
          </a:xfrm>
          <a:prstGeom prst="roundRect">
            <a:avLst>
              <a:gd name="adj" fmla="val 3944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</a:rPr>
              <a:t>Sent to Azure OpenAI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Severity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1463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Base Loss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8013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$7,500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Severity Buffer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13969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20%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78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Fraud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47802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Fraud Buffer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8163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1.5%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Recommended Reserve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31546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$9,112.50 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Adjuster Reserve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4930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$5,000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313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Variance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8313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82.2%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1005840"/>
            <a:ext cx="4343400" cy="1371600"/>
          </a:xfrm>
          <a:prstGeom prst="roundRect">
            <a:avLst>
              <a:gd name="adj" fmla="val 9333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10789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</a:rPr>
              <a:t>CODE already calculated (before AI is called)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17720" y="13898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recommended_reserve  =  $9,112.50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170078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variance_percent  =  82.2%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17720" y="208483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These values are fixed. AI cannot change them.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2487168"/>
            <a:ext cx="4343400" cy="1783080"/>
          </a:xfrm>
          <a:prstGeom prst="roundRect">
            <a:avLst>
              <a:gd name="adj" fmla="val 7179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2560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AI generates (explanation only)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7720" y="292608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</a:rPr>
              <a:t>→  Natural language rationale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7720" y="32735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</a:rPr>
              <a:t>→  Why the reserve is higher than manual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7720" y="362102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</a:rPr>
              <a:t>→  References severity + fraud factors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361688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1C2B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" y="4480560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4416552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adjuster_findings  SET system_recommended_reserve = 9112.50  WHERE claim_id = 'CLM-2026-4511'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Database Write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One UPDATE to adjuster_findings — only system_recommended_reserve changes. The adjuster's value is never touched.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69080" cy="3337560"/>
          </a:xfrm>
          <a:prstGeom prst="roundRect">
            <a:avLst>
              <a:gd name="adj" fmla="val 3836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069080" cy="384048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515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adjuster_findings  — BEFORE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1554480"/>
            <a:ext cx="3822192" cy="18288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27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CLM-2026-4511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" y="2212848"/>
            <a:ext cx="3822192" cy="18288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860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adjusted_reserve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$5,000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" y="2871216"/>
            <a:ext cx="3822192" cy="18288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443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system_recommended_reserve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NULL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07408" y="2468880"/>
            <a:ext cx="329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315968" y="29443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UPDATE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069080" cy="3337560"/>
          </a:xfrm>
          <a:prstGeom prst="roundRect">
            <a:avLst>
              <a:gd name="adj" fmla="val 3836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4069080" cy="384048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10515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adjuster_findings  — AFTER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73752" y="1554480"/>
            <a:ext cx="3822192" cy="18288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627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19472" y="1865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CLM-2026-4511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73752" y="2212848"/>
            <a:ext cx="3822192" cy="18288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2860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adjusted_reserve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19472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$5,000  ← UNCHANGED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73752" y="2871216"/>
            <a:ext cx="3822192" cy="18288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9443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system_recommended_reserve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19472" y="3182112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3182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$9,112.50  ← WRITTEN BY AGENT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526280"/>
            <a:ext cx="8503920" cy="4572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</a:rPr>
              <a:t>Design principle: </a:t>
            </a:r>
            <a:pPr indent="0" marL="0">
              <a:buNone/>
            </a:pPr>
            <a:r>
              <a:rPr lang="en-US" sz="1050" dirty="0">
                <a:solidFill>
                  <a:srgbClr val="78350F"/>
                </a:solidFill>
              </a:rPr>
              <a:t>The agent writes to system_recommended_reserve only. The adjuster's adjusted_reserve is never overwritten. This preserves the adjuster's authority and creates an auditable comparison between human and AI judgment.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Assessment vs Estimated Cost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system has a priority rule for which cost figure to use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063240"/>
          </a:xfrm>
          <a:prstGeom prst="roundRect">
            <a:avLst>
              <a:gd name="adj" fmla="val 417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384048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058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claims.estimated_cost  — IGNORED HERE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</a:rPr>
              <a:t>NULL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8912" y="22128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1B1B"/>
                </a:solidFill>
              </a:rPr>
              <a:t>✗  The claim's estimated_cost column is empty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6517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1B1B"/>
                </a:solidFill>
              </a:rPr>
              <a:t>✗  The agent checks for a loss assessment first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3090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1B1B"/>
                </a:solidFill>
              </a:rPr>
              <a:t>✗  Since one exists, this field is bypassed entirely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35295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1B1B"/>
                </a:solidFill>
              </a:rPr>
              <a:t>✗  Fallback to estimated_cost only occurs when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91B1B"/>
                </a:solidFill>
              </a:rPr>
              <a:t>no loss assessment record exists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063240"/>
          </a:xfrm>
          <a:prstGeom prst="roundRect">
            <a:avLst>
              <a:gd name="adj" fmla="val 4179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4160520" cy="384048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782312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loss_assessments  — 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481328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48132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Parts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$5,500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93408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+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95160" y="1481328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48132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Labor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$2,000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2258568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532888"/>
            <a:ext cx="3913632" cy="530352"/>
          </a:xfrm>
          <a:prstGeom prst="roundRect">
            <a:avLst>
              <a:gd name="adj" fmla="val 17241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532888"/>
            <a:ext cx="3913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base_loss  =  $7,500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82312" y="3182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✓  Detailed parts + labor breakdown available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✓  More accurate than a rough estimate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2312" y="3767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✓  Agent always prefers this when available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187952"/>
            <a:ext cx="8503920" cy="768096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187952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Priority rule: </a:t>
            </a:r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</a:rPr>
              <a:t>IF loss_assessments record exists → use parts + labor as base_loss. ELSE → fall back to claims.estimated_cost. This ensures the most detailed, itemised cost estimate is always preferred over a rough top-level figure.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4114800" cy="41148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0515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📊  One formula, all in 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" y="13990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FF7ED"/>
                </a:solidFill>
              </a:rPr>
              <a:t>recommended_reserve = base_loss × (1 + severity_buffer + fraud_buffer). The AI never computes the number — it only explains it.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809744" y="9601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74336" y="105156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🏗️  Loss assessment beats estimated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74336" y="13990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FF7ED"/>
                </a:solidFill>
              </a:rPr>
              <a:t>If parts + labor data exists in loss_assessments, the rough estimated_cost is ignored. Detailed always wins.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47472" y="2221992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23134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🚨  Severity and fraud both add buffers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266090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FF7ED"/>
                </a:solidFill>
              </a:rPr>
              <a:t>High severity adds 20%. Fraud score of 15 adds 1.5%. Both are applied on top of the base loss before storing the recommendation.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809744" y="2221992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74336" y="23134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⚖️  One UPDATE, one column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4336" y="266090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FF7ED"/>
                </a:solidFill>
              </a:rPr>
              <a:t>Only system_recommended_reserve is written. The adjuster's adjusted_reserve is never modified — their judgment is preserved.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47472" y="3483864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57530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📐  82.2% variance flags a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FF7ED"/>
                </a:solidFill>
              </a:rPr>
              <a:t>The system recommendation ($9,112.50) is 82.2% higher than the manual reserve ($5,000), giving the adjuster a clear signal to review.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809744" y="3483864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7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74336" y="3575304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🤖  AI explains, code decides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4336" y="3922776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FF7ED"/>
                </a:solidFill>
              </a:rPr>
              <a:t>Azure OpenAI receives all computed values and writes the rationale. It cannot alter the recommended_reserve — that figure is already locked.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Reserve Recommendation Agent v2</dc:title>
  <dc:subject>PptxGenJS Presentation</dc:subject>
  <dc:creator>PptxGenJS</dc:creator>
  <cp:lastModifiedBy>PptxGenJS</cp:lastModifiedBy>
  <cp:revision>1</cp:revision>
  <dcterms:created xsi:type="dcterms:W3CDTF">2026-07-03T06:16:47Z</dcterms:created>
  <dcterms:modified xsi:type="dcterms:W3CDTF">2026-07-03T06:16:47Z</dcterms:modified>
</cp:coreProperties>
</file>