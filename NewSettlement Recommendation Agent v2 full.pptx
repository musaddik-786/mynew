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4ADE8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2560320" cy="256032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2651760" cy="329184"/>
          </a:xfrm>
          <a:prstGeom prst="roundRect">
            <a:avLst>
              <a:gd name="adj" fmla="val 41667"/>
            </a:avLst>
          </a:prstGeom>
          <a:solidFill>
            <a:srgbClr val="4ADE80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</a:rPr>
              <a:t>AGENT WALKTHROUGH  —  VERSION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 Recommendation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— Version 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reads → 3 deterministic calculations → 1 AI call for explanation only → 1 DB write.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score and confidence score are now fully calculated in Python — never by AI.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352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Claim: CLM-2026-1101  |  Net Payable $26,300  |  Policy Cap $12,376.91  →  Settlement $12,376.91  |  STP 95  |  Confidence 100%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How the request flows from adjuster to handler — and what the handler does step by step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474720" cy="594360"/>
          </a:xfrm>
          <a:prstGeom prst="roundRect">
            <a:avLst>
              <a:gd name="adj" fmla="val 15385"/>
            </a:avLst>
          </a:prstGeom>
          <a:solidFill>
            <a:srgbClr val="3B82F6">
              <a:alpha val="8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424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Claims Adjuster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8912" y="133502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sends message via UI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1600200"/>
            <a:ext cx="0" cy="1554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755648"/>
            <a:ext cx="3474720" cy="594360"/>
          </a:xfrm>
          <a:prstGeom prst="roundRect">
            <a:avLst>
              <a:gd name="adj" fmla="val 15385"/>
            </a:avLst>
          </a:prstGeom>
          <a:solidFill>
            <a:srgbClr val="22C55E">
              <a:alpha val="8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17922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POST /chat  (port 8913)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208483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HTTP → server.py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2350008"/>
            <a:ext cx="0" cy="1554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505456"/>
            <a:ext cx="3474720" cy="594360"/>
          </a:xfrm>
          <a:prstGeom prst="roundRect">
            <a:avLst>
              <a:gd name="adj" fmla="val 15385"/>
            </a:avLst>
          </a:prstGeom>
          <a:solidFill>
            <a:srgbClr val="7C3AED">
              <a:alpha val="8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5420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LangGraph Agent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283464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server.py — manages state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57400" y="3099816"/>
            <a:ext cx="0" cy="1554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255264"/>
            <a:ext cx="3474720" cy="594360"/>
          </a:xfrm>
          <a:prstGeom prst="roundRect">
            <a:avLst>
              <a:gd name="adj" fmla="val 15385"/>
            </a:avLst>
          </a:prstGeom>
          <a:solidFill>
            <a:srgbClr val="EF4444">
              <a:alpha val="8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" y="3291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Azure OpenAI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" y="358444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decides: call recommend_settlement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57400" y="3849624"/>
            <a:ext cx="0" cy="1554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005072"/>
            <a:ext cx="3474720" cy="594360"/>
          </a:xfrm>
          <a:prstGeom prst="roundRect">
            <a:avLst>
              <a:gd name="adj" fmla="val 15385"/>
            </a:avLst>
          </a:prstGeom>
          <a:solidFill>
            <a:srgbClr val="F59E0B">
              <a:alpha val="8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" y="40416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MCP Server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" y="43342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settlement_recommendation_router.py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60520" y="1005840"/>
            <a:ext cx="4663440" cy="3749040"/>
          </a:xfrm>
          <a:prstGeom prst="roundRect">
            <a:avLst>
              <a:gd name="adj" fmla="val 3415"/>
            </a:avLst>
          </a:prstGeom>
          <a:solidFill>
            <a:srgbClr val="0A201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60520" y="1005840"/>
            <a:ext cx="4663440" cy="365760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4279392" y="1005840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010"/>
                </a:solidFill>
              </a:rPr>
              <a:t>recommend_settlement()  —  handler.py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15968" y="1481328"/>
            <a:ext cx="4389120" cy="338328"/>
          </a:xfrm>
          <a:prstGeom prst="roundRect">
            <a:avLst>
              <a:gd name="adj" fmla="val 21622"/>
            </a:avLst>
          </a:prstGeom>
          <a:solidFill>
            <a:srgbClr val="4ADE80">
              <a:alpha val="7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407408" y="14904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Read claim, loss estimation, policy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315968" y="1883664"/>
            <a:ext cx="4389120" cy="338328"/>
          </a:xfrm>
          <a:prstGeom prst="roundRect">
            <a:avLst>
              <a:gd name="adj" fmla="val 21622"/>
            </a:avLst>
          </a:prstGeom>
          <a:solidFill>
            <a:srgbClr val="4ADE80">
              <a:alpha val="7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407408" y="1892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Read fraud snapshot + adjuster findings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315968" y="2286000"/>
            <a:ext cx="4389120" cy="338328"/>
          </a:xfrm>
          <a:prstGeom prst="roundRect">
            <a:avLst>
              <a:gd name="adj" fmla="val 21622"/>
            </a:avLst>
          </a:prstGeom>
          <a:solidFill>
            <a:srgbClr val="4ADE80">
              <a:alpha val="7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407408" y="22951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Read repair vs replace decision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315968" y="2688336"/>
            <a:ext cx="4389120" cy="338328"/>
          </a:xfrm>
          <a:prstGeom prst="roundRect">
            <a:avLst>
              <a:gd name="adj" fmla="val 21622"/>
            </a:avLst>
          </a:prstGeom>
          <a:solidFill>
            <a:srgbClr val="F59E0B">
              <a:alpha val="7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407408" y="2697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Calculate settlement  =  min(net_payable, limit)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315968" y="3090672"/>
            <a:ext cx="4389120" cy="338328"/>
          </a:xfrm>
          <a:prstGeom prst="roundRect">
            <a:avLst>
              <a:gd name="adj" fmla="val 21622"/>
            </a:avLst>
          </a:prstGeom>
          <a:solidFill>
            <a:srgbClr val="F59E0B">
              <a:alpha val="7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407408" y="30998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Calculate STP score  (deterministic, 10-rule table)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315968" y="3493008"/>
            <a:ext cx="4389120" cy="338328"/>
          </a:xfrm>
          <a:prstGeom prst="roundRect">
            <a:avLst>
              <a:gd name="adj" fmla="val 21622"/>
            </a:avLst>
          </a:prstGeom>
          <a:solidFill>
            <a:srgbClr val="F59E0B">
              <a:alpha val="7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407408" y="3502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Calculate confidence score  (deterministic, 8-rule table)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4315968" y="3895344"/>
            <a:ext cx="4389120" cy="338328"/>
          </a:xfrm>
          <a:prstGeom prst="roundRect">
            <a:avLst>
              <a:gd name="adj" fmla="val 21622"/>
            </a:avLst>
          </a:prstGeom>
          <a:solidFill>
            <a:srgbClr val="EF4444">
              <a:alpha val="7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407408" y="39044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Azure OpenAI → recommended_action + notes ONLY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4315968" y="4297680"/>
            <a:ext cx="4389120" cy="338328"/>
          </a:xfrm>
          <a:prstGeom prst="roundRect">
            <a:avLst>
              <a:gd name="adj" fmla="val 21622"/>
            </a:avLst>
          </a:prstGeom>
          <a:solidFill>
            <a:srgbClr val="16A34A">
              <a:alpha val="7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407408" y="430682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INSERT into ai_decision_recommendations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3794760" y="443484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4315968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Six tables already populated by earlier agents — this agent reads all six, writes 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743200" cy="1764792"/>
          </a:xfrm>
          <a:prstGeom prst="roundRect">
            <a:avLst>
              <a:gd name="adj" fmla="val 5181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2743200" cy="301752"/>
          </a:xfrm>
          <a:prstGeom prst="roundRect">
            <a:avLst>
              <a:gd name="adj" fmla="val 30303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987552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claims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claim_number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81912" y="1353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CLM-2026-1101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policy_number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81912" y="16184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0890578659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883664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loss_type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81912" y="1883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Fire Damage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48840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81912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Medium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414016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estimated_cost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81912" y="24140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$27,300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73552" y="987552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73552" y="987552"/>
            <a:ext cx="2743200" cy="301752"/>
          </a:xfrm>
          <a:prstGeom prst="roundRect">
            <a:avLst>
              <a:gd name="adj" fmla="val 30303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346704" y="987552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loss_estimation_outputs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1353312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ai_estimated_loss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35424" y="1353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$27,300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64992" y="1618488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deductible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35424" y="16184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$1,000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64992" y="1883664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net_payable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35424" y="1883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$26,300  ← KEY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987552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987552"/>
            <a:ext cx="2606040" cy="301752"/>
          </a:xfrm>
          <a:prstGeom prst="roundRect">
            <a:avLst>
              <a:gd name="adj" fmla="val 30303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291072" y="987552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policy_details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1353312"/>
            <a:ext cx="1146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premium_amount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16698" y="1353312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$1,768.13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0" y="1618488"/>
            <a:ext cx="1146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coverage_limit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16698" y="1618488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$12,376.91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9360" y="1883664"/>
            <a:ext cx="1146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remaining_coverage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16698" y="1883664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$12,376.91  ← KEY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2743200"/>
            <a:ext cx="2743200" cy="704088"/>
          </a:xfrm>
          <a:prstGeom prst="roundRect">
            <a:avLst>
              <a:gd name="adj" fmla="val 12987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2743200"/>
            <a:ext cx="2743200" cy="301752"/>
          </a:xfrm>
          <a:prstGeom prst="roundRect">
            <a:avLst>
              <a:gd name="adj" fmla="val 30303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93192" y="2743200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repair_vs_replacement_decisions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3108960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581912" y="3108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Replace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73552" y="2743200"/>
            <a:ext cx="2743200" cy="1499616"/>
          </a:xfrm>
          <a:prstGeom prst="roundRect">
            <a:avLst>
              <a:gd name="adj" fmla="val 6098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73552" y="2743200"/>
            <a:ext cx="2743200" cy="301752"/>
          </a:xfrm>
          <a:prstGeom prst="roundRect">
            <a:avLst>
              <a:gd name="adj" fmla="val 30303"/>
            </a:avLst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3346704" y="2743200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fraud_risk_snapshots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64992" y="3108960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fraud_score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35424" y="3108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20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364992" y="3374136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red_flag_count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35424" y="337413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64992" y="3639312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vendor_risk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35424" y="3639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Low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364992" y="3904488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prior_claims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535424" y="39044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Low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17920" y="27432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17920" y="2743200"/>
            <a:ext cx="2606040" cy="301752"/>
          </a:xfrm>
          <a:prstGeom prst="roundRect">
            <a:avLst>
              <a:gd name="adj" fmla="val 30303"/>
            </a:avLst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6291072" y="274320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adjuster_findings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09360" y="3108960"/>
            <a:ext cx="1146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coverage_confirmed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416698" y="3108960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True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09360" y="3374136"/>
            <a:ext cx="1146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fraud_risk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416698" y="3374136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Low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09360" y="3639312"/>
            <a:ext cx="1146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cause_of_loss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416698" y="3639312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Fire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0040" y="4407408"/>
            <a:ext cx="8503920" cy="594360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02920" y="44074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ai_decision_recommendations  ✗  EMPTY  →  Will be written by this agent at the very end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1–6: All Six Database Reads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All reads complete before any calculation. GPT never touches these queries.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576072"/>
          </a:xfrm>
          <a:prstGeom prst="roundRect">
            <a:avLst>
              <a:gd name="adj" fmla="val 1587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69848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69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0332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010"/>
                </a:solidFill>
              </a:rPr>
              <a:t>Read the Claim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71016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claims WHERE claim_number='CLM-2026-1101'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5840" y="1426464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010"/>
                </a:solidFill>
              </a:rPr>
              <a:t>→  policy_number=0890578659 | severity=Medium | loss_type=Fire Damage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655064"/>
            <a:ext cx="8503920" cy="576072"/>
          </a:xfrm>
          <a:prstGeom prst="roundRect">
            <a:avLst>
              <a:gd name="adj" fmla="val 1587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19072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682496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010"/>
                </a:solidFill>
              </a:rPr>
              <a:t>Read Loss Estimation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92024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loss_estimation_outputs WHERE claim_id='CLM-2026-1101' ORDER BY id DESC LIMIT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5840" y="2075688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010"/>
                </a:solidFill>
              </a:rPr>
              <a:t>→  net_payable=$26,300  (calculated by Loss Estimation Agent — not recalculated here)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304288"/>
            <a:ext cx="8503920" cy="576072"/>
          </a:xfrm>
          <a:prstGeom prst="roundRect">
            <a:avLst>
              <a:gd name="adj" fmla="val 1587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68296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331720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010"/>
                </a:solidFill>
              </a:rPr>
              <a:t>Read Policy (mandatory — error if NULL)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5694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policy_details WHERE policy_number='0890578659'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5840" y="2724912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010"/>
                </a:solidFill>
              </a:rPr>
              <a:t>→  remaining_coverage_limit=$12,376.91  ← mandatory; ValueError raised if NULL or missing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53512"/>
            <a:ext cx="8503920" cy="576072"/>
          </a:xfrm>
          <a:prstGeom prst="roundRect">
            <a:avLst>
              <a:gd name="adj" fmla="val 1587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17520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2980944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010"/>
                </a:solidFill>
              </a:rPr>
              <a:t>Read Repair vs Replace Decision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21868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repair_vs_replacement_decisions WHERE claim_id='CLM-2026-1101' ORDER BY id DESC LIMIT 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" y="3374136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010"/>
                </a:solidFill>
              </a:rPr>
              <a:t>→  decision=Replace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02736"/>
            <a:ext cx="8503920" cy="576072"/>
          </a:xfrm>
          <a:prstGeom prst="roundRect">
            <a:avLst>
              <a:gd name="adj" fmla="val 1587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66744"/>
            <a:ext cx="420624" cy="42062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363016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010"/>
                </a:solidFill>
              </a:rPr>
              <a:t>Read Fraud Snapshot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86791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fraud_risk_snapshots WHERE claim_id='CLM-2026-1101' ORDER BY id DESC LIMIT 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05840" y="4023360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010"/>
                </a:solidFill>
              </a:rPr>
              <a:t>→  fraud_score=20 | red_flags=0 | vendor_risk=Low | prior_claims=Low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251960"/>
            <a:ext cx="8503920" cy="576072"/>
          </a:xfrm>
          <a:prstGeom prst="roundRect">
            <a:avLst>
              <a:gd name="adj" fmla="val 1587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" y="427939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010"/>
                </a:solidFill>
              </a:rPr>
              <a:t>Read Adjuster Findings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4517136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adjuster_findings WHERE claim_id='CLM-2026-1101' ORDER BY id DESC LIMIT 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05840" y="4672584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010"/>
                </a:solidFill>
              </a:rPr>
              <a:t>→  coverage_confirmed=True | fraud_risk=Low | cause_of_loss=Fire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Calculate Settlement Amount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The only financial calculation in this agent. Done entirely in Python — Azure OpenAI never touches this number.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594360"/>
          </a:xfrm>
          <a:prstGeom prst="roundRect">
            <a:avLst>
              <a:gd name="adj" fmla="val 18462"/>
            </a:avLst>
          </a:prstGeom>
          <a:solidFill>
            <a:srgbClr val="0A201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settlement_amount  =  MIN( net_payable,  remaining_coverage_limit 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55648"/>
            <a:ext cx="4023360" cy="1325880"/>
          </a:xfrm>
          <a:prstGeom prst="roundRect">
            <a:avLst>
              <a:gd name="adj" fmla="val 9655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1B1B"/>
                </a:solidFill>
              </a:rPr>
              <a:t>Net Payable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</a:rPr>
              <a:t>$26,300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from loss_estimation_outputs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61688" y="2212848"/>
            <a:ext cx="512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MIN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92040" y="1755648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</a:rPr>
              <a:t>Remaining Policy Coverage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21214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$12,376.91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9200" y="27797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from policy_details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26280" y="3081528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401568"/>
            <a:ext cx="5852160" cy="1024128"/>
          </a:xfrm>
          <a:prstGeom prst="roundRect">
            <a:avLst>
              <a:gd name="adj" fmla="val 12500"/>
            </a:avLst>
          </a:prstGeom>
          <a:solidFill>
            <a:srgbClr val="0A201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45920" y="3401568"/>
            <a:ext cx="5852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settlement_amount  =  $12,376.91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20040" y="4535424"/>
            <a:ext cx="8503920" cy="420624"/>
          </a:xfrm>
          <a:prstGeom prst="roundRect">
            <a:avLst>
              <a:gd name="adj" fmla="val 21739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53542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Why capped? </a:t>
            </a:r>
            <a:pPr indent="0" marL="0">
              <a:buNone/>
            </a:pPr>
            <a:r>
              <a:rPr lang="en-US" sz="1050" dirty="0">
                <a:solidFill>
                  <a:srgbClr val="1E40AF"/>
                </a:solidFill>
              </a:rPr>
              <a:t>The loss estimate ($26,300) exceeds the remaining policy coverage ($12,376.91). The insurer can never pay more than the remaining coverage — so $12,376.91 is the maximum payable amount.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8: Deterministic STP Score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STP = Straight-Through Processing eligibility. Calculated from a fixed points table — never generated by AI.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solidFill>
            <a:srgbClr val="0A201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5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0" y="1005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Points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This Claim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8503920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80160"/>
            <a:ext cx="4709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Coverage confirmed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1280160"/>
            <a:ext cx="1005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280160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True  ✓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563624"/>
            <a:ext cx="8503920" cy="265176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563624"/>
            <a:ext cx="4709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Fraud Risk Low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0" y="1563624"/>
            <a:ext cx="1005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1563624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Low  ✓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847088"/>
            <a:ext cx="8503920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1847088"/>
            <a:ext cx="4709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Fraud Score ≤ 20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0" y="1847088"/>
            <a:ext cx="1005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847088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score=20  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130552"/>
            <a:ext cx="8503920" cy="265176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130552"/>
            <a:ext cx="4709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Zero Red Flags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0" y="2130552"/>
            <a:ext cx="1005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2130552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red_flags=0  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414016"/>
            <a:ext cx="8503920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414016"/>
            <a:ext cx="4709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Vendor Risk Low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12080" y="2414016"/>
            <a:ext cx="1005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414016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Low  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697480"/>
            <a:ext cx="8503920" cy="265176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2697480"/>
            <a:ext cx="4709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Prior Claims Low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0" y="2697480"/>
            <a:ext cx="1005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697480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Low  ✓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2980944"/>
            <a:ext cx="8503920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2980944"/>
            <a:ext cx="4709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Repair/Replace decision available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0" y="2980944"/>
            <a:ext cx="1005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980944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Replace  ✓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264408"/>
            <a:ext cx="8503920" cy="265176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3264408"/>
            <a:ext cx="4709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Settlement calculated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12080" y="3264408"/>
            <a:ext cx="1005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3264408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= $12,376.91  ✓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3547872"/>
            <a:ext cx="8503920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3547872"/>
            <a:ext cx="4709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Remaining coverage available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12080" y="3547872"/>
            <a:ext cx="1005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3547872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$12,376.91  ✓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3831336"/>
            <a:ext cx="8503920" cy="265176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" y="3831336"/>
            <a:ext cx="4709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Medium severity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12080" y="3831336"/>
            <a:ext cx="1005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−5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3831336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Medium  ✗ (penalty)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4114800"/>
            <a:ext cx="8503920" cy="310896"/>
          </a:xfrm>
          <a:prstGeom prst="rect">
            <a:avLst/>
          </a:prstGeom>
          <a:solidFill>
            <a:srgbClr val="0A2010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4114800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TOTAL  (before clamping)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41148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25+20+10+10+5+5+5+10+10−5 = 95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4535424"/>
            <a:ext cx="8503920" cy="438912"/>
          </a:xfrm>
          <a:prstGeom prst="roundRect">
            <a:avLst>
              <a:gd name="adj" fmla="val 20833"/>
            </a:avLst>
          </a:prstGeom>
          <a:solidFill>
            <a:srgbClr val="22C55E">
              <a:alpha val="8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453542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Final STP Score: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MAX(0, MIN(95, 100))  =  95     </a:t>
            </a:r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← clamped to 0–100 range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9: Deterministic Confidence Score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Measures data completeness — not the AI's confidence. Every check is binary: the data is either present or it is not.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969264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926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Version 2 key change: </a:t>
            </a:r>
            <a:pPr indent="0" marL="0">
              <a:buNone/>
            </a:pPr>
            <a:r>
              <a:rPr lang="en-US" sz="1050" dirty="0">
                <a:solidFill>
                  <a:srgbClr val="4C1D95"/>
                </a:solidFill>
              </a:rPr>
              <a:t>In v1, the LLM generated the confidence score — meaning it varied unpredictably. In v2, this score is calculated entirely in Python from a fixed 8-rule table, making it deterministic, reproducible, and auditable.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517904"/>
            <a:ext cx="8503920" cy="274320"/>
          </a:xfrm>
          <a:prstGeom prst="rect">
            <a:avLst/>
          </a:prstGeom>
          <a:solidFill>
            <a:srgbClr val="0A201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1790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Completeness Check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66360" y="15179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Points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36208" y="15179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 for this claim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85039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9222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Claim record exists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66360" y="17922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36208" y="17922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CLM-2026-1101  ✓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66544"/>
            <a:ext cx="8503920" cy="2560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06654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Loss estimation available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66360" y="20665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36208" y="20665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net_payable=$26,300  ✓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340864"/>
            <a:ext cx="85039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3408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Policy details available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66360" y="23408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2340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remaining_coverage=$12,376.91  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615184"/>
            <a:ext cx="8503920" cy="2560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6151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Remaining coverage limit available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66360" y="26151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26151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$12,376.91 (not NULL)  ✓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89504"/>
            <a:ext cx="85039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88950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Repair vs Replace decision available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66360" y="28895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36208" y="28895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Replace  ✓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163824"/>
            <a:ext cx="8503920" cy="2560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16382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Fraud snapshot available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66360" y="3163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31638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fraud_score=20  ✓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438144"/>
            <a:ext cx="85039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343814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Adjuster findings available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66360" y="34381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36208" y="34381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coverage_confirmed=True  ✓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712464"/>
            <a:ext cx="8503920" cy="2560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37124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010"/>
                </a:solidFill>
              </a:rPr>
              <a:t>Coverage confirmed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66360" y="37124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37124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True  ✓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986784"/>
            <a:ext cx="8503920" cy="274320"/>
          </a:xfrm>
          <a:prstGeom prst="rect">
            <a:avLst/>
          </a:prstGeom>
          <a:solidFill>
            <a:srgbClr val="0A2010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398678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Raw total: 10+15+15+15+10+10+10+15 = 100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334256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22C55E">
              <a:alpha val="8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334256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 =  MIN(100, 100) ÷ 100  =  1.00  (100%)   </a:t>
            </a:r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  All 8 mandatory data items present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10: What Azure OpenAI Actually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By this point, all numbers are locked. AI only writes the explanation.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3749040"/>
          </a:xfrm>
          <a:prstGeom prst="roundRect">
            <a:avLst>
              <a:gd name="adj" fmla="val 3415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010"/>
                </a:solidFill>
              </a:rPr>
              <a:t>Sent to Azure OpenAI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Loss Type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48840" y="144475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Fire Damage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Severity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173736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Medium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Net Payable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20299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$26,300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225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Deductible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48840" y="232257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$1,000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Policy Limit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48840" y="261518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$12,376.91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Repair vs Replace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48840" y="290779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Replace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Settlement Amount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48840" y="320040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$12,376.91  ✓ LOCKED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4930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Fraud Score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48840" y="349300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20 / 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7856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Coverage Confirmed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48840" y="378561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True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0782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STP Score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48840" y="40782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95  ✓ LOCKED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3708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Confidence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48840" y="437083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1.00  ✓ LOCKED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1005840"/>
            <a:ext cx="4343400" cy="1874520"/>
          </a:xfrm>
          <a:prstGeom prst="roundRect">
            <a:avLst>
              <a:gd name="adj" fmla="val 6829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17720" y="107899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CODE already calculated (locked before AI call)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7720" y="144475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settlement_amount  =  $12,376.91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181051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stp_score  =  95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217627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confidence  =  1.00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17720" y="256032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AI cannot change these values.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2971800"/>
            <a:ext cx="4343400" cy="1792224"/>
          </a:xfrm>
          <a:prstGeom prst="roundRect">
            <a:avLst>
              <a:gd name="adj" fmla="val 7143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17720" y="30449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AI generates (explanation only)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17720" y="342900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</a:rPr>
              <a:t>→  recommended_action  (text)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3813048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</a:rPr>
              <a:t>→  notes  (rationale text)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4224528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Prompt explicitly states: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"Do not recalculate. Do not modify any number."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11–12: Writing &amp; Responding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One INSERT into ai_decision_recommendations — then GPT formats the final plain-English response.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691640"/>
          </a:xfrm>
          <a:prstGeom prst="roundRect">
            <a:avLst>
              <a:gd name="adj" fmla="val 7568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52144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107899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010"/>
                </a:solidFill>
              </a:rPr>
              <a:t>INSERT into ai_decision_recommendations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6304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claim_id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40AF"/>
                </a:solidFill>
              </a:rPr>
              <a:t>CLM-2026-1101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06040" y="1444752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46304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settlement_amount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17373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$12,376.91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444752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146304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stp_score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09160" y="17373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95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1444752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46304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confidence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12280" y="17373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1.00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213969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</a:rPr>
              <a:t>recommended_action: "Proceed with replacement and settle the claim."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468880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notes: "Coverage confirmed. Fraud risk low. Settlement capped at remaining policy limit."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724912"/>
            <a:ext cx="8503920" cy="2249424"/>
          </a:xfrm>
          <a:prstGeom prst="roundRect">
            <a:avLst>
              <a:gd name="adj" fmla="val 5691"/>
            </a:avLst>
          </a:prstGeom>
          <a:solidFill>
            <a:srgbClr val="0A201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2871216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9848" y="279806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GPT formats for the Adjuster (Step 12 — converts JSON to plain English)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163824"/>
            <a:ext cx="8046720" cy="1664208"/>
          </a:xfrm>
          <a:prstGeom prst="roundRect">
            <a:avLst>
              <a:gd name="adj" fmla="val 5495"/>
            </a:avLst>
          </a:prstGeom>
          <a:solidFill>
            <a:srgbClr val="1A3520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25526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Settlement Amount:   $12,376.91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STP Eligibility Score:           95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387705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                     100%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41879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Action:              Proceed with replacement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44988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 capped — net payable exceeded remaining policy limit.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822960"/>
            <a:ext cx="4114800" cy="4114800"/>
          </a:xfrm>
          <a:prstGeom prst="ellipse">
            <a:avLst/>
          </a:prstGeom>
          <a:solidFill>
            <a:srgbClr val="4ADE8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0515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📖  6 reads, 3 calculations, 1 AI call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" y="139903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0FFF4"/>
                </a:solidFill>
              </a:rPr>
              <a:t>The handler reads from 6 tables, runs 3 deterministic Python calculations (settlement, STP, confidence), calls AI once for explanation, then writes 1 row.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809744" y="9601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74336" y="10515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💰  Settlement = min(net_payable, limit)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74336" y="139903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0FFF4"/>
                </a:solidFill>
              </a:rPr>
              <a:t>Python caps the payout at the remaining policy coverage. $26,300 net payable vs $12,376.91 limit → settlement of $12,376.91. AI never changes this.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47472" y="2221992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23134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📊  STP score: 10-rule points 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266090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0FFF4"/>
                </a:solidFill>
              </a:rPr>
              <a:t>Each business condition awards fixed points (coverage confirmed +25, fraud low +20, etc.). A medium severity penalty of −5 applies. Total = 95, clamped to 0–100.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809744" y="2221992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74336" y="23134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✅  Confidence = data completeness (8 checks)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74336" y="266090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0FFF4"/>
                </a:solidFill>
              </a:rPr>
              <a:t>Each mandatory input (claim, loss estimate, policy, coverage limit, R/R decision, fraud, adjuster findings, coverage confirmed) adds fixed points. 100/100 = 1.00 here.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47472" y="3483864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57530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🤖  AI explains — code decides everything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39227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0FFF4"/>
                </a:solidFill>
              </a:rPr>
              <a:t>Azure OpenAI is only called after all numbers are locked. The prompt explicitly says: do not recalculate, do not modify any value. AI returns text only.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809744" y="3483864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74336" y="357530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🔗  One write — reused downstream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74336" y="39227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0FFF4"/>
                </a:solidFill>
              </a:rPr>
              <a:t>ai_decision_recommendations stores the settlement, STP, confidence, and action. Payment, claim closure, and audit agents read from this table — no recalculation needed.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Settlement Recommendation Agent v2</dc:title>
  <dc:subject>PptxGenJS Presentation</dc:subject>
  <dc:creator>PptxGenJS</dc:creator>
  <cp:lastModifiedBy>PptxGenJS</cp:lastModifiedBy>
  <cp:revision>1</cp:revision>
  <dcterms:created xsi:type="dcterms:W3CDTF">2026-07-08T18:38:44Z</dcterms:created>
  <dcterms:modified xsi:type="dcterms:W3CDTF">2026-07-08T18:38:44Z</dcterms:modified>
</cp:coreProperties>
</file>