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2926080" cy="347472"/>
          </a:xfrm>
          <a:prstGeom prst="roundRect">
            <a:avLst>
              <a:gd name="adj" fmla="val 39474"/>
            </a:avLst>
          </a:prstGeom>
          <a:solidFill>
            <a:srgbClr val="0EA5E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SYSTEM WALKTHROUGH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Guidewire Claims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Verification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claim moves from your database through Guidewire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back — step by step, from initial check to customer response.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32D4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Example Claim: CLM-2026-1001  |  Policy: 0890578659  |  LangGraph Agent Workflow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steps happen every time a customer asks: Verify coverage for my claim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0EA5E9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Check if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already verified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12344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0EA5E9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1234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Read claim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from database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47872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8184" y="12344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0EA5E9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1234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Check local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 cache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66944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7256" y="12344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1234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Guidewire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1645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123444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1234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Fetch full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 coverages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6. Extract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fields &amp;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0" y="26974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39112" y="22860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39112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7. Run fallback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47872" y="26974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8184" y="22860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10B981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58184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8. Save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policy_details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66944" y="26974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7256" y="22860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EF4444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77256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9-11. Azure 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verifies coverage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86016" y="26974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22860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10B981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96328" y="22860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12-13. Save result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reply to customer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58784" y="164592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37560"/>
            <a:ext cx="201168" cy="2011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Database read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76272" y="333756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2450592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Guidewire API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95344" y="333756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169664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Fallback logic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14416" y="333756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888736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Database write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33488" y="333756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607808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AI decision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1520" y="3749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data is written until Step 8. The first 7 steps are all reads and API calls. If Guidewire already has the policy cached locally, steps 4-7 are skipped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What exists in the database before the workflow begins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claims table  ✓ HAS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claim_number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CLM-2026-1001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policy_number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0890578659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loss_type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23160" y="23225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Water Damage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detected_cause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Burst Pipe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62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estimated_cost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2980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$8,500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19202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status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3310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Open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policy_details   ✗ EMPTY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Will be populated during this workflow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14300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coverage_verification_results   ✗ EMPTY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Will be populated during this workflow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claim_payments   ✗ EMPTY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Will be populated during this workflow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🗣  Customer says: "Verify coverage for claim CLM-2026-1001" → LangGraph agent starts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1–3: Reading Before Acting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agent reads everything it needs before touching Guidewire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Already verified?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get_coverage_verification_result(CLM-2026-1001)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72821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SELECT * FROM coverage_verification_results  WHERE claim_id='CLM-2026-1001'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Table is empty → Result: NOT FOUND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3A5F"/>
                </a:solidFill>
              </a:rPr>
              <a:t>→ Proceed with fresh 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7919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4780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Read the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770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get_claim_details()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3000" y="29900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SELECT * FROM claims  WHERE claim_number='CLM-2026-1001'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724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Returns: policy_number = 0890578659 ← KEY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0449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3A5F"/>
                </a:solidFill>
              </a:rPr>
              <a:t>→ Policy number becomes lookup key for everything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66744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94106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39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Cached locally?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032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Tool: get_policy_details(0890578659)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" y="4251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SQL: SELECT * FROM policy_details  WHERE policy_id='0890578659'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Table is empty → Result: NOT FOUND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306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3A5F"/>
                </a:solidFill>
              </a:rPr>
              <a:t>→ Must call Guidewire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4–5: Calling Guidewire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Two separate API calls are made — Search first, then detailed Coverage fetch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 — gw_search_policy(0890578659)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policyNumber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0890578659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policyId (GW)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pc:S9mhQZ5AcM5npp3JQPlYX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insuredName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231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Hexa Tester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address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2850 S Delaware St, San Mateo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8895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effectiveDate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889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2025-07-16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expirationDate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2026-07-16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accountNumber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547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7478807023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877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</a:rPr>
              <a:t>productName 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38770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Manual Products (overridden later)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51560"/>
            <a:ext cx="4114800" cy="41148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 — gw_get_policy_coverages()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572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state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15727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California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1901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termType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19019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Annual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231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premium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2311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$1,768.13  ← very important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currency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560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USD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city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28895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San Mateo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country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2186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US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547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postalCode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35478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94403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8770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product 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38770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Homeowners Product (overrides Step 4)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⚠  The coverage API has no 'lines' section — meaning no coverage limit, deductible, or exclusions are returned directly. Fallback logic must be used.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6–7: Fallback Calculations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Because Guidewire didn't return coverage limits, the system calculates them from premium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2651760"/>
          </a:xfrm>
          <a:prstGeom prst="roundRect">
            <a:avLst>
              <a:gd name="adj" fmla="val 5172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What Guidewire Was Expected to Return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Coverage Limit (in 'lines' section)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Deductible Amount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Exclusion 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The 'lines' section was absent in the API response.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06240" cy="2651760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Fallback Formulas Applied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Coverage Limit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8105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$1,768.13 ×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72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= $12,376.91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848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Deductible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3225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$1,768.13 × 0.05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2084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= $88.41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968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Remaining Coverage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5968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$12,376.91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108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Exclusions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3467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Guidewire returned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3108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NULL / empty []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840480"/>
            <a:ext cx="8092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Future Behavior: </a:t>
            </a:r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</a:rPr>
              <a:t>If Guidewire begins returning a 'lines' section with real coverage amounts and deductibles, the fallback code will be bypassed automatically. The system will use actual policy terms without any code change.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First Database Write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All collected data is now saved to policy_details — this is the first INSERT in the whole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8288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From Guidewire Search API (Step 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078992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From Guidewire Coverage API (Step 5)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0" y="1078992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Calculated by fallback logic (Step 7)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841248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 Stored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13258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Source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18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1618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0890578659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3880" y="165506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1874520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gw_policy_id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03320" y="1874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pc:S9mhQZ5AcM5npp3JQPlYX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83880" y="191109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130552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30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insured_name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2130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Hexa Tester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83880" y="216712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386584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386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coverage_type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03320" y="23865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Homeowners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83880" y="242316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2642616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642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26426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California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83880" y="267919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2898648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898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/ country / postal_code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03320" y="28986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San Mateo / US / 94403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83880" y="293522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3154680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154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premium_amount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03320" y="3154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$1,768.13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83880" y="319125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3410712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410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03320" y="3410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USD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83880" y="344728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" y="3666744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666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coverage_limit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03320" y="3666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$12,376.91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83880" y="37033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Shape 48"/>
          <p:cNvSpPr/>
          <p:nvPr/>
        </p:nvSpPr>
        <p:spPr>
          <a:xfrm>
            <a:off x="365760" y="3922776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922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deductible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703320" y="39227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$88.41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83880" y="395935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4178808"/>
            <a:ext cx="84124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1788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remaining_coverage_limit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703320" y="4178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$12,376.91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83880" y="421538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exclusions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703320" y="44348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NULL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83880" y="447141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9–11: The AI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verify_coverage() reads two tables, builds a prompt, and sends it to Azure OpenAI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108960"/>
          </a:xfrm>
          <a:prstGeom prst="roundRect">
            <a:avLst>
              <a:gd name="adj" fmla="val 441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Inputs to Azure OpenAI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From claims table: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Loss Type: Water Damage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Cause: Burst Pipe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865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Estimated Cost: $8,500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From policy_details table: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809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Coverage Type: Homeowners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369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Coverage Limit: $12,376.91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930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Deductible: $88.41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Exclusions: None / []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24528" y="2651760"/>
            <a:ext cx="50292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3931920" cy="3108960"/>
          </a:xfrm>
          <a:prstGeom prst="roundRect">
            <a:avLst>
              <a:gd name="adj" fmla="val 441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170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Azure OpenAI Reasoning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6002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Homeowners policy covers water damage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9842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Burst pipe = standard covered peril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3682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No exclusions listed in the policy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7523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$8,500 &lt; $12,376.91 coverage limit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1363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Deductible of $88.41 applies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10B981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004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VERDICT: Covered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Net Payable: $8,500 − $88.41 = $8,411.59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1596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Net Payable calculation: Estimated cost ($8,500) minus deductible ($88.41) = $8,411.59. This is below the remaining coverage of $12,376.91, so no capping is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12–13: Saving &amp; Responding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result is committed to the database and returned to the customer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737360"/>
          </a:xfrm>
          <a:prstGeom prst="roundRect">
            <a:avLst>
              <a:gd name="adj" fmla="val 7895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61872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Second Database Write — coverage_verification_results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162763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claim_id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CLM-2026-1001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62763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policy_id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468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0890578659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162763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verdict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1627632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net_payable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$8,411.59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41248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127248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0540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Customer Response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97280" y="3493008"/>
            <a:ext cx="7132320" cy="123444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3547872"/>
            <a:ext cx="6903720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5F46"/>
                </a:solidFill>
              </a:rPr>
              <a:t>Your claim CLM-2026-1001 is covered under your Homeowners policy.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5F46"/>
                </a:solidFill>
              </a:rPr>
              <a:t>Estimated Loss: $8,500  |  Deductible: $88.41  |  Estimated Payable: $8,411.59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65F46"/>
                </a:solidFill>
              </a:rPr>
              <a:t>Burst pipe water damage is a standard covered peril under your policy.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🔁  Two-Phase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The workflow always reads first, then writes. No data is inserted until Step 8 — after all API calls succeed.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515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🔑  Policy Number is the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Everything hinges on the policy_number from the claims table. It drives every Guidewire API call.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2860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⚡  Intelligent Caching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2432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If policy_details already exists for a policy, Steps 4–7 (Guidewire API + fallback) are skipped entirely.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19456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2860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🔧  Fallback Logic Currently Active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62432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Coverage limit = premium × 7 and deductible = premium × 5% because Guidewire's 'lines' section is absent today.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2044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🤖  AI Makes the Coverage 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85876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Azure OpenAI receives claim details + policy details and returns the verdict, exclusion status, and net payable.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429000"/>
            <a:ext cx="416052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52044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✅  Two Database Writes Total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85876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4FB"/>
                </a:solidFill>
              </a:rPr>
              <a:t>Step 8 writes policy_details. Step 12 writes coverage_verification_results. Both are permanent records.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Guidewire Claims Coverage Verification</dc:title>
  <dc:subject>PptxGenJS Presentation</dc:subject>
  <dc:creator>PptxGenJS</dc:creator>
  <cp:lastModifiedBy>PptxGenJS</cp:lastModifiedBy>
  <cp:revision>1</cp:revision>
  <dcterms:created xsi:type="dcterms:W3CDTF">2026-07-01T06:59:32Z</dcterms:created>
  <dcterms:modified xsi:type="dcterms:W3CDTF">2026-07-01T06:59:32Z</dcterms:modified>
</cp:coreProperties>
</file>